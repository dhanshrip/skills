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C2E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Crash Triage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33832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mobile-banking crash to a human-approved draft fix — faster, and built for a regulated environment.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crash triage for mobile banking  ·  Internal review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crash in a banking app is not just a bug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5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 in payments or login is a regulatory and reputational event — not a backlog item.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15968" y="173736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0288" y="20116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A65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90288" y="31546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fixes are slow to ship — app-store review and user updates mean the damage is done before the fix lands.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57616" y="20116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4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357616" y="31546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today is hand-done: who owns it, what's the cause, which PR — slow and inconsistent under pressure.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166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lands in the first 30 minutes of a bad release — before any fix exists. That's where triage speed matters most.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crash tools don't fit a bank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512064" cy="512064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939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92808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in crashes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03520" y="1892808"/>
            <a:ext cx="6126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Breadcrumbs can carry account numbers and tokens — they can't be sent to an external AI as-is.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063240"/>
            <a:ext cx="512064" cy="512064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1729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971800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auto-merge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303520" y="2971800"/>
            <a:ext cx="6126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 can't go straight into a banking release. Anything automated must propose, never merge.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9410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142232"/>
            <a:ext cx="512064" cy="512064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25196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5079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 mobile traces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303520" y="4050792"/>
            <a:ext cx="6126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 stacktraces arrive obfuscated; without per-build symbol files they can't be mapped to code.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502005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221224"/>
            <a:ext cx="512064" cy="512064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33095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5129784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 ≠ cause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303520" y="5129784"/>
            <a:ext cx="6126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edit to a line isn't proof of the bug. Triage has to offer leads, not verdicts.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is the opportunity: a tool built for these rules is one no off-the-shelf product gives you.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pipeline: crash → fix, with a human gate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1872" y="2468880"/>
            <a:ext cx="585216" cy="585216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25968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361188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symbolicate &amp; read the trace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0" y="3337560"/>
            <a:ext cx="237744" cy="0"/>
          </a:xfrm>
          <a:prstGeom prst="line">
            <a:avLst/>
          </a:prstGeom>
          <a:noFill/>
          <a:ln w="25400">
            <a:solidFill>
              <a:srgbClr val="2D4A7C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98064" y="219456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11296" y="2468880"/>
            <a:ext cx="585216" cy="585216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259689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9504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889504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907792" y="361188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cause, module, confidence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809744" y="3337560"/>
            <a:ext cx="237744" cy="0"/>
          </a:xfrm>
          <a:prstGeom prst="line">
            <a:avLst/>
          </a:prstGeom>
          <a:noFill/>
          <a:ln w="25400">
            <a:solidFill>
              <a:srgbClr val="2D4A7C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047488" y="219456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60720" y="2468880"/>
            <a:ext cx="585216" cy="585216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596896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38928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138928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157216" y="361188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the right team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059168" y="3337560"/>
            <a:ext cx="237744" cy="0"/>
          </a:xfrm>
          <a:prstGeom prst="line">
            <a:avLst/>
          </a:prstGeom>
          <a:noFill/>
          <a:ln w="25400">
            <a:solidFill>
              <a:srgbClr val="2D4A7C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296912" y="219456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10144" y="2468880"/>
            <a:ext cx="585216" cy="585216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2596896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88352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7388352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+ tests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406640" y="361188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fixes, with tests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9308592" y="3337560"/>
            <a:ext cx="237744" cy="0"/>
          </a:xfrm>
          <a:prstGeom prst="line">
            <a:avLst/>
          </a:prstGeom>
          <a:noFill/>
          <a:ln w="25400">
            <a:solidFill>
              <a:srgbClr val="2D4A7C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9546336" y="219456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259568" y="2468880"/>
            <a:ext cx="585216" cy="585216"/>
          </a:xfrm>
          <a:prstGeom prst="ellipse">
            <a:avLst/>
          </a:prstGeom>
          <a:solidFill>
            <a:srgbClr val="13203B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728" y="2596896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37776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9637776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9656064" y="361188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approves, never auto-merge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come from AppDynamics (crash, version, build, platform). Every output is a proposal a person approves.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pic>
        <p:nvPicPr>
          <p:cNvPr id="4" name="Image 0" descr="/mnt/user-data/outpu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10424160" cy="50118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BANK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the product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C2E5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2437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939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842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redacted first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numbers and tokens are stripped before anything reaches a model.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C2E54"/>
          </a:solidFill>
          <a:ln/>
        </p:spPr>
      </p:sp>
      <p:sp>
        <p:nvSpPr>
          <p:cNvPr id="10" name="Shape 7"/>
          <p:cNvSpPr/>
          <p:nvPr/>
        </p:nvSpPr>
        <p:spPr>
          <a:xfrm>
            <a:off x="4590288" y="1965960"/>
            <a:ext cx="548640" cy="548640"/>
          </a:xfrm>
          <a:prstGeom prst="ellipse">
            <a:avLst/>
          </a:prstGeom>
          <a:solidFill>
            <a:srgbClr val="2437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09397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19842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merges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90288" y="26060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a draft PR; a human reviews and merges.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C2E54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7616" y="1965960"/>
            <a:ext cx="548640" cy="548640"/>
          </a:xfrm>
          <a:prstGeom prst="ellipse">
            <a:avLst/>
          </a:prstGeom>
          <a:solidFill>
            <a:srgbClr val="24375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09397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43416" y="19842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not blame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57616" y="26060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are suspects to involve, not verdicts. No approver is blamed.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C2E54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24375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24281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133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code only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22960" y="47548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fixes are written fresh, not copied — license-reviewed.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15968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C2E54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0288" y="4114800"/>
            <a:ext cx="548640" cy="548640"/>
          </a:xfrm>
          <a:prstGeom prst="ellipse">
            <a:avLst/>
          </a:prstGeom>
          <a:solidFill>
            <a:srgbClr val="24375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424281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76088" y="4133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590288" y="47548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analysis and action is recorded for review.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83296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1C2E54"/>
          </a:solidFill>
          <a:ln/>
        </p:spPr>
      </p:sp>
      <p:sp>
        <p:nvSpPr>
          <p:cNvPr id="30" name="Shape 23"/>
          <p:cNvSpPr/>
          <p:nvPr/>
        </p:nvSpPr>
        <p:spPr>
          <a:xfrm>
            <a:off x="8357616" y="4114800"/>
            <a:ext cx="548640" cy="548640"/>
          </a:xfrm>
          <a:prstGeom prst="ellipse">
            <a:avLst/>
          </a:prstGeom>
          <a:solidFill>
            <a:srgbClr val="24375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24281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43416" y="4133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model, your tenant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357616" y="475488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against on-prem or your Azure OpenAI — data stays in your control.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— honest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8483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57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69748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produces real analysis on a local machine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dashboard: analyze, solutions, decide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summary → action page → draft PR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GitHub draft PRs with fix + tests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72200" y="178308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8483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2057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/ needed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537960" y="269748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API for server-side analysis (Azure OpenAI — access pending)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Per-build symbol archiving in CI (the foundation)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so others can use it, not just localhost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hardening + audit log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is genuine; full hands-off automation needs the model API wired in. Saying so plainly is the credibility.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13203B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310896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archiving in CI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AppDynamics ingestion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via approved model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Draft-PR flow live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36008" y="2103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D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6008" y="2423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scale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310896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+ audit hardening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Owner/PR accuracy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for all developers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+ tests in PRs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03336" y="2103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D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03336" y="2423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30768" y="310896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Rollout-halt advisor in the first 30 min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past incidents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Device/OS clustering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owners, one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29384"/>
            <a:ext cx="438912" cy="438912"/>
          </a:xfrm>
          <a:prstGeom prst="ellipse">
            <a:avLst/>
          </a:prstGeom>
          <a:solidFill>
            <a:srgbClr val="13203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293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856232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Symbolication &amp; build artifacts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0" y="1856232"/>
            <a:ext cx="5669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symbol archiving + iOS/Android symbolication — the critical path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798064"/>
            <a:ext cx="438912" cy="438912"/>
          </a:xfrm>
          <a:prstGeom prst="ellipse">
            <a:avLst/>
          </a:prstGeom>
          <a:solidFill>
            <a:srgbClr val="13203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798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2724912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AppDynamics ingestion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0" y="2724912"/>
            <a:ext cx="5669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crashes by id, map fields, device/OS clustering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666744"/>
            <a:ext cx="438912" cy="438912"/>
          </a:xfrm>
          <a:prstGeom prst="ellipse">
            <a:avLst/>
          </a:prstGeom>
          <a:solidFill>
            <a:srgbClr val="13203B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6667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3593592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&amp; evaluation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60720" y="3593592"/>
            <a:ext cx="5669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integration, PII redaction, accuracy eval harness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535424"/>
            <a:ext cx="438912" cy="438912"/>
          </a:xfrm>
          <a:prstGeom prst="ellipse">
            <a:avLst/>
          </a:prstGeom>
          <a:solidFill>
            <a:srgbClr val="13203B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5354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17320" y="4462272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Jira / PR automation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60720" y="4462272"/>
            <a:ext cx="5669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Blame→PR→owners, draft-PR flow, audit logging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404104"/>
            <a:ext cx="438912" cy="438912"/>
          </a:xfrm>
          <a:prstGeom prst="ellipse">
            <a:avLst/>
          </a:prstGeom>
          <a:solidFill>
            <a:srgbClr val="13203B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4041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417320" y="5330952"/>
            <a:ext cx="4206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integration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760720" y="5330952"/>
            <a:ext cx="5669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 to live backend, end-to-end testing, hosting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(kept with the lead): security, the PII boundary, and the on-prem vs Azure model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5486400" cy="5486400"/>
          </a:xfrm>
          <a:prstGeom prst="ellipse">
            <a:avLst/>
          </a:prstGeom>
          <a:solidFill>
            <a:srgbClr val="1C2E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go further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97180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model access — confirm Azure OpenAI in our tenant for the analysis step.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on per-build symbol archiving in CI — the foundation everything rests on.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internal host so the tool serves the whole team, not one laptop.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sign-off on the PII boundary and data flow.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Triage — a tool that's fast, trustworthy, and built for how a bank actually ships.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Crash Triage — Business Overview</dc:title>
  <dc:subject>PptxGenJS Presentation</dc:subject>
  <dc:creator>Crash Triage</dc:creator>
  <cp:lastModifiedBy>Crash Triage</cp:lastModifiedBy>
  <cp:revision>1</cp:revision>
  <dcterms:created xsi:type="dcterms:W3CDTF">2026-06-19T18:49:56Z</dcterms:created>
  <dcterms:modified xsi:type="dcterms:W3CDTF">2026-06-19T18:49:56Z</dcterms:modified>
</cp:coreProperties>
</file>